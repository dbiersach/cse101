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1143" r:id="rId2"/>
    <p:sldId id="972" r:id="rId3"/>
    <p:sldId id="1660" r:id="rId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97B9"/>
    <a:srgbClr val="365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>
                <a:solidFill>
                  <a:prstClr val="black"/>
                </a:solidFill>
                <a:latin typeface="Calibri" panose="020F0502020204030204"/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1223" y="5517122"/>
            <a:ext cx="2643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Dave Biersach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dbiersach@bnl.gov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6190" y="899099"/>
            <a:ext cx="2653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 System Electronics 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8309" y="3916225"/>
            <a:ext cx="2489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7030A0"/>
                </a:solidFill>
              </a:rPr>
              <a:t>Board 08</a:t>
            </a:r>
          </a:p>
          <a:p>
            <a:pPr lvl="0" algn="ctr">
              <a:defRPr/>
            </a:pPr>
            <a:r>
              <a:rPr lang="en-US" dirty="0">
                <a:solidFill>
                  <a:srgbClr val="7030A0"/>
                </a:solidFill>
              </a:rPr>
              <a:t>Synchronous Circuits, Shift Registers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8DC1AC-6124-081B-B8FF-601534DB6AFD}"/>
              </a:ext>
            </a:extLst>
          </p:cNvPr>
          <p:cNvGrpSpPr/>
          <p:nvPr/>
        </p:nvGrpSpPr>
        <p:grpSpPr>
          <a:xfrm>
            <a:off x="216841" y="356153"/>
            <a:ext cx="5611172" cy="6370340"/>
            <a:chOff x="216841" y="356153"/>
            <a:chExt cx="5611172" cy="63703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1D7D26B-3E56-C23E-B16D-D94A9A314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28894" y="4583195"/>
              <a:ext cx="2799119" cy="214329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693ED0E-A372-AAB8-3CF8-56937F577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5502" y="4946781"/>
              <a:ext cx="2191062" cy="164329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A6D354-340F-1A83-DB44-758F9CBBB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496" y="672655"/>
              <a:ext cx="2250104" cy="300013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1F68593-E6F9-ECCF-7E6A-76D8AB46F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6841" y="356153"/>
              <a:ext cx="3186131" cy="23984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8993000-ECEB-3C26-4E9F-DBDF19CDC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90475" y="2996003"/>
              <a:ext cx="1914286" cy="133809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04D628-DCDE-0C0D-2EBD-64ADE8EC15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457" y="2688086"/>
              <a:ext cx="1511421" cy="2145877"/>
              <a:chOff x="3038850" y="1696402"/>
              <a:chExt cx="3052670" cy="4334102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EC8BBC7-CFA8-EDE9-28F4-659B397621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850" y="1828796"/>
                <a:ext cx="3052670" cy="4201708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F0AB14F2-A564-7255-3C64-31C1348775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2430687" y="2978528"/>
                <a:ext cx="4265708" cy="1701456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E0ECF99-D0CD-63A7-CD15-6FFA8811159B}"/>
              </a:ext>
            </a:extLst>
          </p:cNvPr>
          <p:cNvSpPr txBox="1"/>
          <p:nvPr/>
        </p:nvSpPr>
        <p:spPr>
          <a:xfrm>
            <a:off x="6347902" y="2470473"/>
            <a:ext cx="21903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Python and Sensors to Measure Circuits</a:t>
            </a:r>
          </a:p>
        </p:txBody>
      </p:sp>
    </p:spTree>
    <p:extLst>
      <p:ext uri="{BB962C8B-B14F-4D97-AF65-F5344CB8AC3E}">
        <p14:creationId xmlns:p14="http://schemas.microsoft.com/office/powerpoint/2010/main" val="121066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Board </a:t>
            </a:r>
            <a:r>
              <a:rPr lang="en-US" sz="3200" b="1" dirty="0">
                <a:latin typeface="+mn-lt"/>
              </a:rPr>
              <a:t>08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sz="2400" dirty="0"/>
              <a:t>Goal 1</a:t>
            </a:r>
          </a:p>
          <a:p>
            <a:r>
              <a:rPr lang="en-US" sz="2400" dirty="0"/>
              <a:t>Goal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CCE0-9B4C-E241-E700-1A6A4351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7DCE-29A7-94AF-B9E7-AD20DD5A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Board </a:t>
            </a:r>
            <a:r>
              <a:rPr lang="en-US" sz="3200" b="1" dirty="0">
                <a:latin typeface="+mn-lt"/>
              </a:rPr>
              <a:t>08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E1773-735B-0809-7C8E-D5A97419A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sz="2400" dirty="0"/>
              <a:t>Goal 1</a:t>
            </a:r>
          </a:p>
          <a:p>
            <a:r>
              <a:rPr lang="en-US" sz="2400" dirty="0"/>
              <a:t>Goal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D585-B77E-A2F7-AC36-5ACFD73F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3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13610</TotalTime>
  <Words>47</Words>
  <Application>Microsoft Office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Board 08 – Goals</vt:lpstr>
      <vt:lpstr>Board 08 – Now You Know…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1154</cp:revision>
  <cp:lastPrinted>2015-06-01T00:45:11Z</cp:lastPrinted>
  <dcterms:created xsi:type="dcterms:W3CDTF">2014-09-21T17:58:26Z</dcterms:created>
  <dcterms:modified xsi:type="dcterms:W3CDTF">2026-08-02T16:34:40Z</dcterms:modified>
</cp:coreProperties>
</file>